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 Quant Finance</a:t>
            </a:r>
          </a:p>
        </p:txBody>
      </p:sp>
      <p:sp>
        <p:nvSpPr>
          <p:cNvPr id="3" name="Subtitle 2"/>
          <p:cNvSpPr>
            <a:spLocks noGrp="1"/>
          </p:cNvSpPr>
          <p:nvPr>
            <p:ph type="subTitle" idx="1"/>
          </p:nvPr>
        </p:nvSpPr>
        <p:spPr/>
        <p:txBody>
          <a:bodyPr/>
          <a:lstStyle/>
          <a:p>
            <a:r>
              <a:t>Generated By Ritey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Quant Finance</a:t>
            </a:r>
          </a:p>
        </p:txBody>
      </p:sp>
      <p:sp>
        <p:nvSpPr>
          <p:cNvPr id="3" name="Content Placeholder 2"/>
          <p:cNvSpPr>
            <a:spLocks noGrp="1"/>
          </p:cNvSpPr>
          <p:nvPr>
            <p:ph idx="1"/>
          </p:nvPr>
        </p:nvSpPr>
        <p:spPr/>
        <p:txBody>
          <a:bodyPr/>
          <a:lstStyle/>
          <a:p>
            <a:pPr>
              <a:spcAft>
                <a:spcPts val="600"/>
              </a:spcAft>
              <a:defRPr sz="1600" b="1"/>
            </a:pPr>
            <a:r>
              <a:t>Quantitative finance leverages mathematical and computational models to analyze financial markets, enabling data-driven decision-making. For example, models like the Black-Scholes equation are widely used to price options.</a:t>
            </a:r>
          </a:p>
          <a:p>
            <a:pPr lvl="1">
              <a:spcAft>
                <a:spcPts val="600"/>
              </a:spcAft>
              <a:defRPr sz="1400"/>
            </a:pPr>
            <a:r>
              <a:t>Example: Algorithms now execute over 70% of U.S. equity trades daily, according to SEC data.</a:t>
            </a:r>
          </a:p>
          <a:p>
            <a:pPr>
              <a:spcAft>
                <a:spcPts val="600"/>
              </a:spcAft>
              <a:defRPr sz="1600" b="1"/>
            </a:pPr>
            <a:r>
              <a:t>Core areas include algorithmic trading—automated strategies that react to market changes in real time—risk management, which uses statistical models to assess potential losses, and portfolio optimization, which applies algorithms to maximize returns while minimizing risk.</a:t>
            </a:r>
          </a:p>
          <a:p>
            <a:pPr lvl="1">
              <a:spcAft>
                <a:spcPts val="600"/>
              </a:spcAft>
              <a:defRPr sz="1400"/>
            </a:pPr>
            <a:r>
              <a:t>Example: Portfolio optimization tools like mean-variance analysis help institutions allocate assets efficiently.</a:t>
            </a:r>
          </a:p>
          <a:p>
            <a:pPr>
              <a:spcAft>
                <a:spcPts val="600"/>
              </a:spcAft>
              <a:defRPr sz="1600" b="1"/>
            </a:pPr>
            <a:r>
              <a:t>The field emerged in the 1980s alongside the rise of electronic trading platforms, as computers enabled faster data processing and more complex calculations.</a:t>
            </a:r>
          </a:p>
          <a:p>
            <a:pPr lvl="1">
              <a:spcAft>
                <a:spcPts val="600"/>
              </a:spcAft>
              <a:defRPr sz="1400"/>
            </a:pPr>
            <a:r>
              <a:t>Example: The 1987 stock market crash highlighted the need for algorithmic safeguards, accelerating adoption of quant strategies.</a:t>
            </a:r>
          </a:p>
          <a:p>
            <a:pPr>
              <a:spcAft>
                <a:spcPts val="600"/>
              </a:spcAft>
              <a:defRPr sz="1600" b="1"/>
            </a:pPr>
            <a:r>
              <a:t>Key players include hedge funds like Renaissance Technologies, investment banks such as Goldman Sachs, and proprietary trading firms like Jump Trading, all of which rely heavily on quant models.</a:t>
            </a:r>
          </a:p>
          <a:p>
            <a:pPr lvl="1">
              <a:spcAft>
                <a:spcPts val="600"/>
              </a:spcAft>
              <a:defRPr sz="1400"/>
            </a:pPr>
            <a:r>
              <a:t>Example: Hedge funds using quant strategies manage over $1 trillion in assets globally.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 and Strategies</a:t>
            </a:r>
          </a:p>
        </p:txBody>
      </p:sp>
      <p:sp>
        <p:nvSpPr>
          <p:cNvPr id="3" name="Content Placeholder 2"/>
          <p:cNvSpPr>
            <a:spLocks noGrp="1"/>
          </p:cNvSpPr>
          <p:nvPr>
            <p:ph idx="1"/>
          </p:nvPr>
        </p:nvSpPr>
        <p:spPr/>
        <p:txBody>
          <a:bodyPr/>
          <a:lstStyle/>
          <a:p>
            <a:pPr>
              <a:spcAft>
                <a:spcPts val="600"/>
              </a:spcAft>
              <a:defRPr sz="1600" b="1"/>
            </a:pPr>
            <a:r>
              <a:t>Algorithmic trading involves the use of computer programs to execute trades automatically based on predefined rules, such as price thresholds or market signals. This approach reduces human error and increases speed; for example, over 70% of U.S. equity trades are now algorithmically executed according to industry reports.</a:t>
            </a:r>
          </a:p>
          <a:p>
            <a:pPr lvl="1">
              <a:spcAft>
                <a:spcPts val="600"/>
              </a:spcAft>
              <a:defRPr sz="1400"/>
            </a:pPr>
            <a:r>
              <a:t>Example: A common algorithm might trigger a buy order when a stock’s RSI falls below 30, indicating oversold conditions.</a:t>
            </a:r>
          </a:p>
          <a:p>
            <a:pPr>
              <a:spcAft>
                <a:spcPts val="600"/>
              </a:spcAft>
              <a:defRPr sz="1600" b="1"/>
            </a:pPr>
            <a:r>
              <a:t>Risk management employs statistical models—like Value at Risk (VaR) or Monte Carlo simulations—to quantify potential losses and identify mitigation strategies. These models help institutions set stop-loss limits and allocate capital more effectively.</a:t>
            </a:r>
          </a:p>
          <a:p>
            <a:pPr lvl="1">
              <a:spcAft>
                <a:spcPts val="600"/>
              </a:spcAft>
              <a:defRPr sz="1400"/>
            </a:pPr>
            <a:r>
              <a:t>Example: A hedge fund using VaR might cap exposure to a single asset at 5% of total portfolio value based on historical volatility data.</a:t>
            </a:r>
          </a:p>
          <a:p>
            <a:pPr>
              <a:spcAft>
                <a:spcPts val="600"/>
              </a:spcAft>
              <a:defRPr sz="1600" b="1"/>
            </a:pPr>
            <a:r>
              <a:t>Portfolio optimization leverages mean-variance analysis and factor models—such as Fama-French or Arbitrage Pricing Theory—to balance risk and return. This helps investors construct portfolios that maximize expected returns for a given level of risk.</a:t>
            </a:r>
          </a:p>
          <a:p>
            <a:pPr lvl="1">
              <a:spcAft>
                <a:spcPts val="600"/>
              </a:spcAft>
              <a:defRPr sz="1400"/>
            </a:pPr>
            <a:r>
              <a:t>Example: An investor might overweight stocks with high beta if their risk tolerance allows, using factor analysis to justify the allocation.</a:t>
            </a:r>
          </a:p>
          <a:p>
            <a:pPr>
              <a:spcAft>
                <a:spcPts val="600"/>
              </a:spcAft>
              <a:defRPr sz="1600" b="1"/>
            </a:pPr>
            <a:r>
              <a:t>The case study on high-frequency trading (HFT) reveals that HFT firms execute millions of trades per day, often at sub-millisecond speeds. While critics argue HFT increases volatility, empirical studies show it can improve liquidity by narrowing bid-ask spreads; for instance, a 2021 study found HFT contributed to a 12% reduction in average spread width in major indices.</a:t>
            </a:r>
          </a:p>
          <a:p>
            <a:pPr lvl="1">
              <a:spcAft>
                <a:spcPts val="600"/>
              </a:spcAft>
              <a:defRPr sz="1400"/>
            </a:pPr>
            <a:r>
              <a:t>Example: HFT algorithms monitor order books in real-time and exploit tiny price discrepancies across exchanges.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 and Future Trends</a:t>
            </a:r>
          </a:p>
        </p:txBody>
      </p:sp>
      <p:sp>
        <p:nvSpPr>
          <p:cNvPr id="3" name="Content Placeholder 2"/>
          <p:cNvSpPr>
            <a:spLocks noGrp="1"/>
          </p:cNvSpPr>
          <p:nvPr>
            <p:ph idx="1"/>
          </p:nvPr>
        </p:nvSpPr>
        <p:spPr/>
        <p:txBody>
          <a:bodyPr/>
          <a:lstStyle/>
          <a:p>
            <a:pPr>
              <a:spcAft>
                <a:spcPts val="600"/>
              </a:spcAft>
              <a:defRPr sz="1600" b="1"/>
            </a:pPr>
            <a:r>
              <a:t>Quant strategies significantly influence market dynamics by affecting liquidity—such as through high-frequency trading that can increase or reduce trading volume—volatility, as algorithmic models amplify price swings during market stress, and pricing, where automated orders can shift bid-ask spreads in real time; for example, during the 2010 Flash Crash, quant-driven trades contributed to a 9% drop in the Dow Jones in minutes.</a:t>
            </a:r>
          </a:p>
          <a:p>
            <a:pPr>
              <a:spcAft>
                <a:spcPts val="600"/>
              </a:spcAft>
              <a:defRPr sz="1600" b="1"/>
            </a:pPr>
            <a:r>
              <a:t>Emerging trends are reshaping the landscape: Machine learning integration is now powering predictive analytics in real-time trading, with firms like Jane Street reporting a 20% improvement in trade accuracy using neural networks; ESG-focused quant models are gaining traction as investors demand sustainable metrics—e.g., MSCI’s ESG quant indices attracted $12B in assets under management by 2023; and decentralized finance (DeFi) is introducing algorithmic liquidity pools and automated yield strategies, with platforms like Aave seeing $5B in daily trading volume in 2024.</a:t>
            </a:r>
          </a:p>
          <a:p>
            <a:pPr>
              <a:spcAft>
                <a:spcPts val="600"/>
              </a:spcAft>
              <a:defRPr sz="1600" b="1"/>
            </a:pPr>
            <a:r>
              <a:t>Conclusion: Quant finance continues to evolve as a critical component of modern finance, adapting to technological advances, regulatory shifts, and investor expectations—its influence is no longer confined to hedge funds but now permeates asset management, banking, and even retail investing through platforms like Robinhood’s algorithmic options trading.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