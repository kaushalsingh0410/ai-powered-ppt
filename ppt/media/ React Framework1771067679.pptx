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C:\Users\kaushal\Desktop\me\AI-Powered PPT Generator\ppt\media\ React Framework1771067679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Ritey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 b="1"/>
            </a:pPr>
            <a:r>
              <a:t>React is a JavaScript library created by Facebook, designed specifically for building modern user interfaces with efficiency and scalability.</a:t>
            </a:r>
          </a:p>
          <a:p>
            <a:pPr lvl="1">
              <a:spcAft>
                <a:spcPts val="600"/>
              </a:spcAft>
              <a:defRPr sz="1400"/>
            </a:pPr>
            <a:r>
              <a:t>Launched in 2013, React quickly gained popularity due to its innovative approach to front-end development, now used by millions of developers worldwide.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Companies like Netflix, Airbnb, and Walmart rely on React for their web applications, demonstrating its real-world impact.</a:t>
            </a:r>
          </a:p>
          <a:p>
            <a:pPr>
              <a:spcAft>
                <a:spcPts val="600"/>
              </a:spcAft>
              <a:defRPr sz="1600" b="1"/>
            </a:pPr>
            <a:r>
              <a:t>Key features include a component-based architecture, which allows developers to break down UIs into reusable pieces, and the virtual DOM, which improves performance by minimizing direct browser updates.</a:t>
            </a:r>
          </a:p>
          <a:p>
            <a:pPr lvl="1">
              <a:spcAft>
                <a:spcPts val="600"/>
              </a:spcAft>
              <a:defRPr sz="1400"/>
            </a:pPr>
            <a:r>
              <a:t>These features enable faster development cycles and more maintainable code, making React a preferred choice for both small and large-scale projects.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The virtual DOM reduces rendering time by 30-40% compared to traditional DOM manipulation in many benchmark tests.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 and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 b="1"/>
            </a:pPr>
            <a:r>
              <a:t>React components are reusable UI elements that manage their own state and receive props, enabling modular and scalable development. For example, a button component can maintain its click state independently while accepting props like color or label text.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A common pattern is using a Card component that displays user data via props and updates via internal state when a user edits information.</a:t>
            </a:r>
          </a:p>
          <a:p>
            <a:pPr>
              <a:spcAft>
                <a:spcPts val="600"/>
              </a:spcAft>
              <a:defRPr sz="1600" b="1"/>
            </a:pPr>
            <a:r>
              <a:t>React Router is a dedicated library that supports navigation within single-page applications (SPAs) by managing URL routes and rendering components dynamically based on the current path. This allows seamless transitions between pages without full page reloads, improving user experience.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In an e-commerce app, React Router might route '/products' to a product list component and '/products/:id' to a specific product detail page using dynamic parameters.</a:t>
            </a:r>
          </a:p>
          <a:p>
            <a:pPr>
              <a:spcAft>
                <a:spcPts val="600"/>
              </a:spcAft>
              <a:defRPr sz="1600" b="1"/>
            </a:pPr>
            <a:r>
              <a:t>React is widely adopted by major platforms due to its flexibility and performance. Real-world applications like Facebook, Instagram, and Netflix leverage React to build complex UIs with dynamic content, demonstrating its scalability and reliability.</a:t>
            </a:r>
          </a:p>
          <a:p>
            <a:pPr lvl="1">
              <a:spcAft>
                <a:spcPts val="1000"/>
              </a:spcAft>
              <a:defRPr sz="1400"/>
            </a:pPr>
            <a:r>
              <a:t>📊 According to Stack Overflow’s 2023 survey, React is the most commonly used front-end framework among professional developers, with 42% of respondents using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Developer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 b="1"/>
            </a:pPr>
            <a:r>
              <a:t>React supports scalable application development by enabling modular architecture, allowing teams to break down complex projects into reusable components—this structure has been proven effective in large-scale projects like Facebook, Instagram, and Airbnb, where component-based design reduced code duplication and improved maintainability.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For instance, Airbnb’s migration to React in 2016 led to a 30% reduction in development time for new features due to reusable UI components.</a:t>
            </a:r>
          </a:p>
          <a:p>
            <a:pPr>
              <a:spcAft>
                <a:spcPts val="600"/>
              </a:spcAft>
              <a:defRPr sz="1600" b="1"/>
            </a:pPr>
            <a:r>
              <a:t>Developers benefit from React’s efficiency by leveraging its virtual DOM and component-based design to build dynamic, responsive web experiences faster—tools like React Hooks and Context API streamline state management and reduce boilerplate code, accelerating time-to-market.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According to a 2023 Stack Overflow survey, 72% of front-end developers reported faster development cycles when using React compared to traditional frameworks.</a:t>
            </a:r>
          </a:p>
          <a:p>
            <a:pPr>
              <a:spcAft>
                <a:spcPts val="600"/>
              </a:spcAft>
              <a:defRPr sz="1600" b="1"/>
            </a:pPr>
            <a:r>
              <a:t>In summary, React’s enduring popularity stems from its ability to combine scalability, efficiency, and developer productivity—making it a foundational tool in modern front-end development ecosystems worldwide.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