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React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React is a powerful JavaScript library designed specifically for building user interfaces, allowing developers to create interactive web applications efficiently.</a:t>
            </a:r>
          </a:p>
          <a:p>
            <a:pPr lvl="1">
              <a:defRPr sz="1400"/>
            </a:pPr>
            <a:r>
              <a:t>• Created by Facebook (now Meta) in 2013, React revolutionized web development by introducing a component-based architecture that promotes reusability and scalability. It is widely adopted for dynamic web apps because it enables developers to update parts of a page without reloading the entire site.</a:t>
            </a:r>
          </a:p>
          <a:p>
            <a:pPr lvl="1">
              <a:defRPr sz="1400"/>
            </a:pPr>
            <a:r>
              <a:t>Example: For instance, companies like Netflix, Airbnb, and Walmart use React to manage complex user interfaces with hundreds of interactive components.</a:t>
            </a:r>
          </a:p>
          <a:p>
            <a:pPr lvl="1">
              <a:defRPr sz="1400"/>
            </a:pPr>
            <a:r>
              <a:t>Stat: According to Stack Overflow’s 2023 Developer Survey, React is among the top 3 most-used web frameworks globally, with over 40% of developers reporting its use in their projects.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Concepts and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Component-based architecture allows developers to break down applications into reusable, modular pieces, improving code maintainability and scalability. For example, a login form component can be reused across multiple pages without rewriting the code.</a:t>
            </a:r>
          </a:p>
          <a:p>
            <a:pPr lvl="1">
              <a:defRPr sz="1400"/>
            </a:pPr>
            <a:r>
              <a:t>This modularity is widely adopted in frameworks like React and Vue, where components encapsulate both logic and UI.</a:t>
            </a:r>
          </a:p>
          <a:p>
            <a:pPr>
              <a:defRPr sz="1600"/>
            </a:pPr>
            <a:r>
              <a:t>The Virtual DOM enhances performance by creating a lightweight copy of the actual DOM; when changes occur, it calculates the minimal updates needed and applies them efficiently, reducing lag and resource usage. Studies show this can improve rendering speed by up to 50% compared to direct DOM manipulation.</a:t>
            </a:r>
          </a:p>
          <a:p>
            <a:pPr lvl="1">
              <a:defRPr sz="1400"/>
            </a:pPr>
            <a:r>
              <a:t>This optimization is critical in dynamic web applications where frequent updates are common.</a:t>
            </a:r>
          </a:p>
          <a:p>
            <a:pPr>
              <a:defRPr sz="1600"/>
            </a:pPr>
            <a:r>
              <a:t>JSX syntax bridges the gap between HTML and JavaScript by allowing developers to write HTML-like code directly within JavaScript, making UI development more intuitive. For instance, a button element can be defined as &lt;button onClick={handleClick}&gt;Submit&lt;/button&gt; without switching languages.</a:t>
            </a:r>
          </a:p>
          <a:p>
            <a:pPr lvl="1">
              <a:defRPr sz="1400"/>
            </a:pPr>
            <a:r>
              <a:t>JSX is processed by transpilers like Babel into standard JavaScript, enabling seamless integration into modern web projects.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 and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Enterprise applications favor this technology due to its scalability and maintainability, making it ideal for large-scale projects where long-term sustainability and adaptability are critical. For example, companies like Airbnb and Netflix have leveraged similar ecosystems to manage complex user interfaces and backend operations efficiently.</a:t>
            </a:r>
          </a:p>
          <a:p>
            <a:pPr>
              <a:defRPr sz="1600"/>
            </a:pPr>
            <a:r>
              <a:t>Integration with popular front-end tools like Redux for state management, React Router for navigation, and Next.js for server-side rendering enhances developer productivity and application performance. These integrations are widely adopted—Redux alone is used in over 60% of React projects according to recent surveys.</a:t>
            </a:r>
          </a:p>
          <a:p>
            <a:pPr>
              <a:defRPr sz="1600"/>
            </a:pPr>
            <a:r>
              <a:t>A strong community and extensive documentation further solidify its value, offering developers access to tutorials, forums, and open-source libraries that accelerate onboarding and problem-solving. This ecosystem support is a key differentiator, with over 1.2 million repositories on GitHub referencing the technology.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